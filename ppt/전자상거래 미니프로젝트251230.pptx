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57" r:id="rId4"/>
    <p:sldId id="258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82" r:id="rId15"/>
    <p:sldId id="265" r:id="rId16"/>
    <p:sldId id="281" r:id="rId17"/>
    <p:sldId id="26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90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0D2AD-08F8-C1EB-487A-7165C2A63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F8E930-D90B-DE0A-0890-99E52C5FD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9BF381-9179-9CCA-C8C5-7A16CA7B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BA0608-CF54-89AE-0F72-7C5BA8DD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63C7B-CBC6-2F75-A1EA-D95BA620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152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A6164-8EA2-8C87-E70B-9B6309B1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054AD7-D3EE-9CA5-16A5-2BBD8D43A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756D3-2F6E-D083-25EA-089FBBC1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963785-58E5-726F-9D8E-7B45DC6C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A704C7-D6AD-2A7D-2A9C-F54E4B92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255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ABBA0-F267-8ADC-888F-C7E2849B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3CA26A-1067-C1BE-6FF7-58D9EEBEF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AECC67-1F3C-1153-27B5-E35967F3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AE2E66-215F-EF7A-B871-4BAB2A377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8BC57-EB75-2BFF-9D4D-6F9731DB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10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E310E-DFFA-6A0D-B158-3A09B91D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6FB03B-6D41-425B-344D-A82B0BB58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260DB4-C222-F69A-4ABD-BDC7B5E49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689E08-01EA-E241-D0DF-51B89E71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F55ED4-95C8-11F8-96BB-28525FC1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DC8384-6DC0-28EB-003A-E9316D8D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722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8FC62-D2CF-D021-34E7-9A6433D6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1B2201-69AA-0FE6-508F-6F1D5564E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73C19C-C9B4-F465-3864-996372B80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829840-4BA7-19C3-9173-AD90E0E98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0033C0-1B30-68AF-C332-68F3C6086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9CB64C-AB96-6ECD-0DE6-042692B8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34041E-1E26-44A9-B80E-2609F309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9C304C-D13B-DFA3-CFB4-B9EC01B7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784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A3707-7912-F83D-6A29-53AC3D6A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D3A1C4-9F40-0841-404E-63425EC3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B3E72F-756A-0820-FD0F-49D9EF52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02E9D0-A8E4-FEF1-D5BD-C31A3890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50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B9CCB0-B594-6FFD-BB7F-F3B4FEBB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65D30B-C65A-2ECA-86DA-41ED12D8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AB143C-1FE1-4D8C-2B91-77FCF95E0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90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1BF47-E8D1-4130-4212-36479855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D1DD85-44F8-C0E8-27E4-392AEF0EA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0DCBA3-3ED4-7DEE-1FDB-835EB57DC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DCC2AC-E914-35B7-FE2C-58296965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274F04-C623-68E1-9676-09AC83DC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4DC704-3C23-FA4A-AA77-85A42F00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CE01E-3471-0AB0-DF5F-DDC3301A8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7DB0F3-4D56-7AA1-F79D-28BB73082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1E9D74-3072-47EC-B459-5DF1464B4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5032FA-53F5-E7FF-46BB-0D314CA7F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3A91AE-9121-87E1-A06F-2B427404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46DCC7-7585-280B-19DA-BF4E5807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21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9D814-D5E6-C490-CCFC-A819F5A7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4D3BA1-4DC4-ABC7-6C0E-737A4B8F1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CD7521-73DE-639B-D3C8-E4864C8F0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06455D-6345-8A70-7BBB-B7FAB21C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704FF-5B35-F13C-2B95-33B3D153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017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73EDA8-74B5-2B53-1C95-044D58108B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6ADB45-5856-5474-4E19-D611EF9B4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20A6C2-9C31-2B26-784A-949482B1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33540C-F37F-AC50-36A1-17605845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8BC825-CBBA-BFFC-14D2-C4C9E470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8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5B8DE9-6E1C-1808-F870-99005678A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C5E77C-0F50-7980-2763-A1043CCD7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3D207-B7F4-C41E-C1BF-5088B6E5C9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ABA4D-3FED-4F23-8BAF-A1EE3E458BEE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E38FC6-4F8B-C833-ECFC-B5AE3B238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F191D7-36E3-FA41-6785-B39A7A3AE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2AFFE-11EA-48D1-9768-47198BF36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63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15346-4E94-D1E8-39E5-0ED190CF8D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전자상거래 미니프로젝트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AC1DED-7920-0E0F-6042-7582B32313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김미경</a:t>
            </a:r>
          </a:p>
        </p:txBody>
      </p:sp>
    </p:spTree>
    <p:extLst>
      <p:ext uri="{BB962C8B-B14F-4D97-AF65-F5344CB8AC3E}">
        <p14:creationId xmlns:p14="http://schemas.microsoft.com/office/powerpoint/2010/main" val="304376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7A78-B374-3D07-6458-C5E1AAAA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B0B6BA7-C07E-F37D-15B8-3031A4D3625A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825D50-883E-6751-376D-C82B11BE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전자상거래 프로젝트 컨셉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3E60E-19E4-E982-DEE2-C63F0C295EFB}"/>
              </a:ext>
            </a:extLst>
          </p:cNvPr>
          <p:cNvSpPr txBox="1"/>
          <p:nvPr/>
        </p:nvSpPr>
        <p:spPr>
          <a:xfrm>
            <a:off x="952123" y="2831466"/>
            <a:ext cx="8044543" cy="2531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특정 팀에 국한된 팬몰이 아닌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확장 가능한 구조의 전자상거래 시스템을 목표로 하였으며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시스템 구현은 단일 </a:t>
            </a:r>
            <a:r>
              <a:rPr lang="en-US" altLang="ko-KR"/>
              <a:t>SKU </a:t>
            </a:r>
            <a:r>
              <a:rPr lang="ko-KR" altLang="en-US"/>
              <a:t>기준으로 단순화하여</a:t>
            </a:r>
            <a:br>
              <a:rPr lang="ko-KR" altLang="en-US"/>
            </a:br>
            <a:r>
              <a:rPr lang="ko-KR" altLang="en-US"/>
              <a:t>주문</a:t>
            </a:r>
            <a:r>
              <a:rPr lang="en-US" altLang="ko-KR"/>
              <a:t>·</a:t>
            </a:r>
            <a:r>
              <a:rPr lang="ko-KR" altLang="en-US"/>
              <a:t>재고 관리의 핵심 로직에 집중하였다</a:t>
            </a:r>
            <a:r>
              <a:rPr lang="en-US" altLang="ko-KR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/>
              <a:t>이를 통해 실제 서비스 환경에서도</a:t>
            </a:r>
            <a:br>
              <a:rPr lang="ko-KR" altLang="en-US"/>
            </a:br>
            <a:r>
              <a:rPr lang="ko-KR" altLang="en-US"/>
              <a:t>팀 확장이 가능하도록 구조적 유연성을 고려해 설계하였다</a:t>
            </a:r>
            <a:r>
              <a:rPr lang="en-US" altLang="ko-KR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10F3A-BB0F-9C99-9A15-686845D5BE43}"/>
              </a:ext>
            </a:extLst>
          </p:cNvPr>
          <p:cNvSpPr txBox="1"/>
          <p:nvPr/>
        </p:nvSpPr>
        <p:spPr>
          <a:xfrm>
            <a:off x="952122" y="2053942"/>
            <a:ext cx="8044543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2000" b="1"/>
              <a:t>본 프로젝트는 </a:t>
            </a:r>
            <a:r>
              <a:rPr lang="en-US" altLang="ko-KR" sz="2000" b="1"/>
              <a:t>KBO </a:t>
            </a:r>
            <a:r>
              <a:rPr lang="ko-KR" altLang="en-US" sz="2000" b="1"/>
              <a:t>전 구단 팬을 대상으로 한</a:t>
            </a:r>
            <a:br>
              <a:rPr lang="ko-KR" altLang="en-US" sz="2000" b="1"/>
            </a:br>
            <a:r>
              <a:rPr lang="ko-KR" altLang="en-US" sz="2000" b="1"/>
              <a:t>야구 굿즈 판매 전자상거래 서비스이다</a:t>
            </a:r>
            <a:r>
              <a:rPr lang="en-US" altLang="ko-KR" sz="2000" b="1"/>
              <a:t>.</a:t>
            </a:r>
            <a:endParaRPr lang="ko-KR" altLang="en-US" sz="2000" b="1"/>
          </a:p>
        </p:txBody>
      </p:sp>
    </p:spTree>
    <p:extLst>
      <p:ext uri="{BB962C8B-B14F-4D97-AF65-F5344CB8AC3E}">
        <p14:creationId xmlns:p14="http://schemas.microsoft.com/office/powerpoint/2010/main" val="2061205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AB747-643B-B2BD-980E-5F4D1D7E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프레임워크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771443-8423-7253-6D7C-F83A2F7D9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1937"/>
            <a:ext cx="5210175" cy="3257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49C1D12-7E1F-3A17-164D-3BFA5AEDD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1733931"/>
            <a:ext cx="4572000" cy="2914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EE3AFD-96F0-E2F7-E915-4F2026B42B15}"/>
              </a:ext>
            </a:extLst>
          </p:cNvPr>
          <p:cNvSpPr txBox="1"/>
          <p:nvPr/>
        </p:nvSpPr>
        <p:spPr>
          <a:xfrm>
            <a:off x="929640" y="5230368"/>
            <a:ext cx="47945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프론트 기술 포인트 </a:t>
            </a:r>
            <a:endParaRPr lang="en-US" altLang="ko-KR" sz="1500" b="1"/>
          </a:p>
          <a:p>
            <a:r>
              <a:rPr lang="ko-KR" altLang="en-US" sz="1500"/>
              <a:t>컴포넌트 기반 설계</a:t>
            </a:r>
          </a:p>
          <a:p>
            <a:r>
              <a:rPr lang="ko-KR" altLang="en-US" sz="1500"/>
              <a:t>사용자 </a:t>
            </a:r>
            <a:r>
              <a:rPr lang="en-US" altLang="ko-KR" sz="1500"/>
              <a:t>/ </a:t>
            </a:r>
            <a:r>
              <a:rPr lang="ko-KR" altLang="en-US" sz="1500"/>
              <a:t>관리자 권한 분기 렌더링</a:t>
            </a:r>
          </a:p>
          <a:p>
            <a:r>
              <a:rPr lang="en-US" altLang="ko-KR" sz="1500"/>
              <a:t>axios interceptor</a:t>
            </a:r>
            <a:r>
              <a:rPr lang="ko-KR" altLang="en-US" sz="1500"/>
              <a:t>로 토큰 자동 첨부</a:t>
            </a:r>
          </a:p>
          <a:p>
            <a:r>
              <a:rPr lang="ko-KR" altLang="en-US" sz="1500"/>
              <a:t>로그인 상태 전역 관리</a:t>
            </a:r>
          </a:p>
          <a:p>
            <a:endParaRPr lang="ko-KR" altLang="en-US" sz="15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A025-1CD4-127C-D3C8-0377C6AA8BA7}"/>
              </a:ext>
            </a:extLst>
          </p:cNvPr>
          <p:cNvSpPr txBox="1"/>
          <p:nvPr/>
        </p:nvSpPr>
        <p:spPr>
          <a:xfrm>
            <a:off x="6048375" y="5130736"/>
            <a:ext cx="47945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/>
              <a:t> 백엔드 기술 포인트</a:t>
            </a:r>
          </a:p>
          <a:p>
            <a:r>
              <a:rPr lang="en-US" altLang="ko-KR" sz="1600"/>
              <a:t>Controller / Service / Repository </a:t>
            </a:r>
            <a:r>
              <a:rPr lang="ko-KR" altLang="en-US" sz="1600"/>
              <a:t>계층 분리</a:t>
            </a:r>
          </a:p>
          <a:p>
            <a:r>
              <a:rPr lang="en-US" altLang="ko-KR" sz="1600"/>
              <a:t>JWT </a:t>
            </a:r>
            <a:r>
              <a:rPr lang="ko-KR" altLang="en-US" sz="1600"/>
              <a:t>기반 인증</a:t>
            </a:r>
            <a:r>
              <a:rPr lang="en-US" altLang="ko-KR" sz="1600"/>
              <a:t>·</a:t>
            </a:r>
            <a:r>
              <a:rPr lang="ko-KR" altLang="en-US" sz="1600"/>
              <a:t>인가</a:t>
            </a:r>
          </a:p>
          <a:p>
            <a:r>
              <a:rPr lang="ko-KR" altLang="en-US" sz="1600"/>
              <a:t>관리자 권한 체크 </a:t>
            </a:r>
            <a:r>
              <a:rPr lang="en-US" altLang="ko-KR" sz="1600"/>
              <a:t>(</a:t>
            </a:r>
            <a:r>
              <a:rPr lang="en-US" altLang="ko-KR"/>
              <a:t>ROLE_ADMIN</a:t>
            </a:r>
            <a:r>
              <a:rPr lang="en-US" altLang="ko-KR" sz="1600"/>
              <a:t>)</a:t>
            </a:r>
          </a:p>
          <a:p>
            <a:r>
              <a:rPr lang="ko-KR" altLang="en-US" sz="1600"/>
              <a:t>예외 처리 </a:t>
            </a:r>
            <a:r>
              <a:rPr lang="en-US" altLang="ko-KR" sz="1600"/>
              <a:t>(</a:t>
            </a:r>
            <a:r>
              <a:rPr lang="en-US" altLang="ko-KR"/>
              <a:t>@ControllerAdvice</a:t>
            </a:r>
            <a:r>
              <a:rPr lang="en-US" altLang="ko-KR" sz="16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583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A066-B489-727F-FBDC-8254BCB8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92C2B-E20C-1B44-9FCA-29B0B3F07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테이블구성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7893C0-52B0-194A-17A6-2000235CC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46" y="1881187"/>
            <a:ext cx="247650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6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102E-2A98-741D-0F9B-871410CD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3CB25C-FCF5-6186-F485-DD99A28F8C31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DFE31D9-8A6F-019C-D93C-1B2BFF6C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페이지 </a:t>
            </a:r>
            <a:r>
              <a:rPr lang="en-US" altLang="ko-KR"/>
              <a:t>URL </a:t>
            </a:r>
            <a:r>
              <a:rPr lang="ko-KR" altLang="en-US"/>
              <a:t>고정표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BEDFD-0630-4E5A-5B16-B236282D856B}"/>
              </a:ext>
            </a:extLst>
          </p:cNvPr>
          <p:cNvSpPr txBox="1"/>
          <p:nvPr/>
        </p:nvSpPr>
        <p:spPr>
          <a:xfrm>
            <a:off x="952123" y="1832419"/>
            <a:ext cx="8044543" cy="3693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/>
              <a:t>[</a:t>
            </a:r>
            <a:r>
              <a:rPr lang="ko-KR" altLang="en-US"/>
              <a:t>사용자</a:t>
            </a:r>
            <a:r>
              <a:rPr lang="en-US" altLang="ko-KR"/>
              <a:t>]</a:t>
            </a:r>
          </a:p>
          <a:p>
            <a:r>
              <a:rPr lang="en-US" altLang="ko-KR"/>
              <a:t>GET  /products</a:t>
            </a:r>
          </a:p>
          <a:p>
            <a:r>
              <a:rPr lang="en-US" altLang="ko-KR"/>
              <a:t>GET  /products/{id}</a:t>
            </a:r>
          </a:p>
          <a:p>
            <a:r>
              <a:rPr lang="en-US" altLang="ko-KR"/>
              <a:t>POST /cart</a:t>
            </a:r>
          </a:p>
          <a:p>
            <a:r>
              <a:rPr lang="en-US" altLang="ko-KR"/>
              <a:t>GET  /cart</a:t>
            </a:r>
          </a:p>
          <a:p>
            <a:r>
              <a:rPr lang="en-US" altLang="ko-KR"/>
              <a:t>POST /orders</a:t>
            </a:r>
          </a:p>
          <a:p>
            <a:r>
              <a:rPr lang="en-US" altLang="ko-KR"/>
              <a:t>GET  /orders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관리자</a:t>
            </a:r>
            <a:r>
              <a:rPr lang="en-US" altLang="ko-KR"/>
              <a:t>]</a:t>
            </a:r>
          </a:p>
          <a:p>
            <a:r>
              <a:rPr lang="en-US" altLang="ko-KR"/>
              <a:t>POST /admin/products</a:t>
            </a:r>
          </a:p>
          <a:p>
            <a:r>
              <a:rPr lang="en-US" altLang="ko-KR"/>
              <a:t>GET  /admin/products</a:t>
            </a:r>
          </a:p>
          <a:p>
            <a:r>
              <a:rPr lang="en-US" altLang="ko-KR"/>
              <a:t>GET  /admin/orders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076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50FE-ECDC-8158-F985-E6086D6DD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7A0A0D1-2E1B-7C88-81D7-720932DBDC83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C90C9F-4FB1-6526-B790-18977EA0B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개발 단계 분리표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B81D9E-5D37-7A3D-8B56-CD627552923B}"/>
              </a:ext>
            </a:extLst>
          </p:cNvPr>
          <p:cNvSpPr txBox="1"/>
          <p:nvPr/>
        </p:nvSpPr>
        <p:spPr>
          <a:xfrm>
            <a:off x="952123" y="1832419"/>
            <a:ext cx="8044543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/>
              <a:t>1</a:t>
            </a:r>
            <a:r>
              <a:rPr lang="ko-KR" altLang="en-US"/>
              <a:t>단계</a:t>
            </a:r>
            <a:r>
              <a:rPr lang="en-US" altLang="ko-KR"/>
              <a:t>: </a:t>
            </a:r>
            <a:r>
              <a:rPr lang="ko-KR" altLang="en-US"/>
              <a:t>상품 → 장바구니 → 주문</a:t>
            </a:r>
          </a:p>
          <a:p>
            <a:r>
              <a:rPr lang="en-US" altLang="ko-KR"/>
              <a:t>2</a:t>
            </a:r>
            <a:r>
              <a:rPr lang="ko-KR" altLang="en-US"/>
              <a:t>단계</a:t>
            </a:r>
            <a:r>
              <a:rPr lang="en-US" altLang="ko-KR"/>
              <a:t>: </a:t>
            </a:r>
            <a:r>
              <a:rPr lang="ko-KR" altLang="en-US"/>
              <a:t>로그인 </a:t>
            </a:r>
            <a:r>
              <a:rPr lang="en-US" altLang="ko-KR"/>
              <a:t>/ JWT / </a:t>
            </a:r>
            <a:r>
              <a:rPr lang="ko-KR" altLang="en-US"/>
              <a:t>관리자 권한</a:t>
            </a:r>
          </a:p>
          <a:p>
            <a:r>
              <a:rPr lang="en-US" altLang="ko-KR"/>
              <a:t>3</a:t>
            </a:r>
            <a:r>
              <a:rPr lang="ko-KR" altLang="en-US"/>
              <a:t>단계</a:t>
            </a:r>
            <a:r>
              <a:rPr lang="en-US" altLang="ko-KR"/>
              <a:t>: </a:t>
            </a:r>
            <a:r>
              <a:rPr lang="ko-KR" altLang="en-US"/>
              <a:t>게시판 </a:t>
            </a:r>
            <a:r>
              <a:rPr lang="en-US" altLang="ko-KR"/>
              <a:t>/ </a:t>
            </a:r>
            <a:r>
              <a:rPr lang="ko-KR" altLang="en-US"/>
              <a:t>문의</a:t>
            </a:r>
          </a:p>
        </p:txBody>
      </p:sp>
    </p:spTree>
    <p:extLst>
      <p:ext uri="{BB962C8B-B14F-4D97-AF65-F5344CB8AC3E}">
        <p14:creationId xmlns:p14="http://schemas.microsoft.com/office/powerpoint/2010/main" val="196510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A1F8D-2C8E-252B-F179-2FB247B7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B565619-0262-C4D8-EB5D-28ABFAD94160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167495-415E-580F-78C1-B7A811725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개발환경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432EF8-A407-BC52-7889-CAD90DE14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68" y="2399306"/>
            <a:ext cx="6842760" cy="31932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AD5F8B-11B0-92DD-F271-1717939E3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622" y="4193701"/>
            <a:ext cx="2786032" cy="139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83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2E282-C3DE-5AEE-7E46-9B87DB38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CF6267-8F24-0134-B23C-89CA2FB5D0BC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4F5475-1520-3082-C676-E464C1AA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ERD (Users)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4D849B-465A-D356-2D26-35E4A939F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57" y="2294487"/>
            <a:ext cx="54387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9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C78FD-C225-EE77-000A-1058F17C9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9BA28E-B727-927E-B014-D7DF075DD85D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77FC5E7-161A-7AFE-5616-539144B9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ERD (Products)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299E08-BA23-B974-C98D-F1806DB6E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73" y="2343832"/>
            <a:ext cx="5219700" cy="3429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26E7073-BCEC-3A0A-594C-5CF0DC17404A}"/>
              </a:ext>
            </a:extLst>
          </p:cNvPr>
          <p:cNvSpPr/>
          <p:nvPr/>
        </p:nvSpPr>
        <p:spPr>
          <a:xfrm>
            <a:off x="1333500" y="3613816"/>
            <a:ext cx="1547813" cy="219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54249-97E6-F6DB-30A9-78CD62FBB61F}"/>
              </a:ext>
            </a:extLst>
          </p:cNvPr>
          <p:cNvSpPr txBox="1"/>
          <p:nvPr/>
        </p:nvSpPr>
        <p:spPr>
          <a:xfrm>
            <a:off x="1273176" y="3545498"/>
            <a:ext cx="971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image_url 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965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F3E28-5E82-167F-1477-5AB9937A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8C0673-4B23-CF00-E355-83DA54F4C1CD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CA5772-E8F8-1E9B-2B3D-F178214D0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ERD(Orders)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BB5F40-933D-D762-0B91-1D5A456C0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15" y="2541145"/>
            <a:ext cx="5867400" cy="30384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15A40F-9265-4043-A77E-9D7761F1E476}"/>
              </a:ext>
            </a:extLst>
          </p:cNvPr>
          <p:cNvSpPr txBox="1"/>
          <p:nvPr/>
        </p:nvSpPr>
        <p:spPr>
          <a:xfrm>
            <a:off x="6696888" y="4699000"/>
            <a:ext cx="1676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/>
              <a:t>/ CANCELLED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4154622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4C498-437E-4E90-7639-F0E1ECBD2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6A7D95-01EE-1096-6F0F-30D0544A28D4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FDD25E-D793-0670-CAD8-B2201B27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ERD(Order_items)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78416-0C65-3DB1-55D5-3960F9B49F89}"/>
              </a:ext>
            </a:extLst>
          </p:cNvPr>
          <p:cNvSpPr txBox="1"/>
          <p:nvPr/>
        </p:nvSpPr>
        <p:spPr>
          <a:xfrm>
            <a:off x="1273628" y="5527581"/>
            <a:ext cx="6511472" cy="600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100"/>
          </a:p>
          <a:p>
            <a:r>
              <a:rPr lang="en-US" altLang="ko-KR" sz="1100"/>
              <a:t>  status                                  ENUM                     ORDERED / PAID / SHIPPED/ CANCELLED</a:t>
            </a:r>
          </a:p>
          <a:p>
            <a:endParaRPr lang="ko-KR" altLang="en-US" sz="11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B9E4B7-A998-FD5B-2E3B-F9CCCC697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28" y="2572071"/>
            <a:ext cx="54864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6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04456-931F-79C9-B85B-A3EEEDCE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5FE0BD6-BBA9-81EB-7CEE-7E70684CBABC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B76DA8-F2A1-255B-105D-C432F5417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ERD(Cart)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32C9C4-76B3-6F12-D648-523A4EF1B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6" y="2453577"/>
            <a:ext cx="5953125" cy="31146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A69EA8E-4D85-9487-B443-E13077A58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169" y="2155580"/>
            <a:ext cx="2717409" cy="359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99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C7FE-1B38-451B-E47F-705FCA36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108FA65-5A83-05AD-8FFD-C0102D40D9E0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81506E-917C-F677-7F0C-5F867740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ERD(CartItem)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886DAE-A163-80A2-5445-788EE2C4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70" y="1973715"/>
            <a:ext cx="5934075" cy="3962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9EAF64F-24D2-FB14-D0CD-5E9D2679F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532" y="2337824"/>
            <a:ext cx="2865668" cy="17176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51AD586-5030-504F-CB38-E9B456B97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532" y="4135099"/>
            <a:ext cx="238125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58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22730-03DD-68A5-666A-A03E0B9BC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BB0F6F0-22D2-4C4F-311D-F58EB23ED91F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B7CC7F4-1F28-EE41-8214-42CFDDC19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ERD</a:t>
            </a:r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9FA9E3F-0B16-F028-01D8-A6CF8F7D1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09001"/>
              </p:ext>
            </p:extLst>
          </p:nvPr>
        </p:nvGraphicFramePr>
        <p:xfrm>
          <a:off x="890955" y="1880589"/>
          <a:ext cx="10515600" cy="42062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053735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062275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44293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 Users (</a:t>
                      </a: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회원</a:t>
                      </a:r>
                      <a:r>
                        <a:rPr lang="en-US" altLang="ko-KR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 Products (</a:t>
                      </a: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상품</a:t>
                      </a:r>
                      <a:r>
                        <a:rPr lang="en-US" altLang="ko-KR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 Orders (</a:t>
                      </a: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주문</a:t>
                      </a:r>
                      <a:r>
                        <a:rPr lang="en-US" altLang="ko-KR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60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BIGINT (PK) 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6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BIGINT (PK) 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7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BIGINT (PK) 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8888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+1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36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email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VARCHAR (ID) 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9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name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VARCHAR 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상품명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en-US" altLang="ko-KR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10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user_id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BIGINT (FK) 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11111111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+1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158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password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VARCHAR 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암호화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en-US" altLang="ko-KR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12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team_name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ENUM 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구단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en-US" altLang="ko-KR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13131313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en-US" altLang="ko-KR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+1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total_price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INT 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총액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en-US" altLang="ko-KR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14141414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en-US" altLang="ko-KR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+1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347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role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ENUM 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권한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en-US" altLang="ko-KR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15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price/stock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INT 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가격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재고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en-US" altLang="ko-KR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16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status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ENUM 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주문상태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en-US" altLang="ko-KR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17171717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en-US" altLang="ko-KR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+1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709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created_at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DATETIME 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18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image_url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VARCHAR 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이미지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created_at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DATETIME 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19191919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+1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25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775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D8F0-AA81-AB1B-B045-36F24BDA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89797F-B761-82A8-C165-A98D92D2D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테이블 관계 요약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0F8800-49EC-F9F4-9E94-A629B427D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08" y="2726054"/>
            <a:ext cx="5476304" cy="184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82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0B93-0048-DB0C-260F-4F725A62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A6E5C86-48F8-39BB-0F91-2EF6CC0E2252}"/>
              </a:ext>
            </a:extLst>
          </p:cNvPr>
          <p:cNvSpPr/>
          <p:nvPr/>
        </p:nvSpPr>
        <p:spPr>
          <a:xfrm>
            <a:off x="724277" y="1602463"/>
            <a:ext cx="10800784" cy="4698749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4463A1-8779-B590-34E0-B84C6CD5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 </a:t>
            </a:r>
            <a:r>
              <a:rPr lang="ko-KR" altLang="en-US"/>
              <a:t>명세 보완 </a:t>
            </a:r>
            <a:r>
              <a:rPr lang="en-US" altLang="ko-KR"/>
              <a:t>(CRUD </a:t>
            </a:r>
            <a:r>
              <a:rPr lang="ko-KR" altLang="en-US"/>
              <a:t>완성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52651-B0B8-771D-1205-B4B526EEFDBA}"/>
              </a:ext>
            </a:extLst>
          </p:cNvPr>
          <p:cNvSpPr txBox="1"/>
          <p:nvPr/>
        </p:nvSpPr>
        <p:spPr>
          <a:xfrm>
            <a:off x="1397000" y="2189362"/>
            <a:ext cx="8648700" cy="27741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/>
              <a:t>대상	메서드	</a:t>
            </a:r>
            <a:r>
              <a:rPr lang="en-US" altLang="ko-KR"/>
              <a:t>URL	</a:t>
            </a:r>
            <a:r>
              <a:rPr lang="ko-KR" altLang="en-US"/>
              <a:t>설명</a:t>
            </a:r>
          </a:p>
          <a:p>
            <a:pPr>
              <a:lnSpc>
                <a:spcPct val="200000"/>
              </a:lnSpc>
            </a:pPr>
            <a:r>
              <a:rPr lang="ko-KR" altLang="en-US"/>
              <a:t>관리자	</a:t>
            </a:r>
            <a:r>
              <a:rPr lang="en-US" altLang="ko-KR"/>
              <a:t>PUT	/admin/products/{id}	</a:t>
            </a:r>
            <a:r>
              <a:rPr lang="ko-KR" altLang="en-US"/>
              <a:t>상품 정보 수정 </a:t>
            </a:r>
            <a:r>
              <a:rPr lang="en-US" altLang="ko-KR"/>
              <a:t>(</a:t>
            </a:r>
            <a:r>
              <a:rPr lang="ko-KR" altLang="en-US"/>
              <a:t>재고</a:t>
            </a:r>
            <a:r>
              <a:rPr lang="en-US" altLang="ko-KR"/>
              <a:t>, </a:t>
            </a:r>
            <a:r>
              <a:rPr lang="ko-KR" altLang="en-US"/>
              <a:t>가격 등</a:t>
            </a:r>
            <a:r>
              <a:rPr lang="en-US" altLang="ko-KR"/>
              <a:t>)</a:t>
            </a:r>
          </a:p>
          <a:p>
            <a:pPr>
              <a:lnSpc>
                <a:spcPct val="200000"/>
              </a:lnSpc>
            </a:pPr>
            <a:r>
              <a:rPr lang="ko-KR" altLang="en-US"/>
              <a:t>관리자	</a:t>
            </a:r>
            <a:r>
              <a:rPr lang="en-US" altLang="ko-KR"/>
              <a:t>DELETE	/admin/products/{id}	</a:t>
            </a:r>
            <a:r>
              <a:rPr lang="ko-KR" altLang="en-US"/>
              <a:t>상품 삭제</a:t>
            </a:r>
          </a:p>
          <a:p>
            <a:pPr>
              <a:lnSpc>
                <a:spcPct val="200000"/>
              </a:lnSpc>
            </a:pPr>
            <a:r>
              <a:rPr lang="ko-KR" altLang="en-US"/>
              <a:t>사용자	</a:t>
            </a:r>
            <a:r>
              <a:rPr lang="en-US" altLang="ko-KR"/>
              <a:t>DELETE	/cart/{id}	</a:t>
            </a:r>
            <a:r>
              <a:rPr lang="ko-KR" altLang="en-US"/>
              <a:t>장바구니 특정 아이템 삭제</a:t>
            </a:r>
            <a:endParaRPr lang="en-US" altLang="ko-KR"/>
          </a:p>
          <a:p>
            <a:pPr>
              <a:lnSpc>
                <a:spcPct val="200000"/>
              </a:lnSpc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026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69C2-7981-AD2A-1126-DCC86DCC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7DC24-FB6F-BB02-285A-19822442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테이블 관계 요약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DDCB24-82EE-47FF-4221-F1A0DCD7D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463040"/>
            <a:ext cx="7527040" cy="468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758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468</Words>
  <Application>Microsoft Office PowerPoint</Application>
  <PresentationFormat>와이드스크린</PresentationFormat>
  <Paragraphs>78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Google Sans Text</vt:lpstr>
      <vt:lpstr>맑은 고딕</vt:lpstr>
      <vt:lpstr>Arial</vt:lpstr>
      <vt:lpstr>Office 테마</vt:lpstr>
      <vt:lpstr>전자상거래 미니프로젝트</vt:lpstr>
      <vt:lpstr>전자상거래 프로젝트 컨셉</vt:lpstr>
      <vt:lpstr>프레임워크</vt:lpstr>
      <vt:lpstr>테이블구성</vt:lpstr>
      <vt:lpstr>페이지 URL 고정표</vt:lpstr>
      <vt:lpstr>개발 단계 분리표</vt:lpstr>
      <vt:lpstr>개발환경</vt:lpstr>
      <vt:lpstr>DB ERD (Users)</vt:lpstr>
      <vt:lpstr>DB ERD (Products)</vt:lpstr>
      <vt:lpstr>DB ERD(Orders)</vt:lpstr>
      <vt:lpstr>DB ERD(Order_items)</vt:lpstr>
      <vt:lpstr>DB ERD(Cart)</vt:lpstr>
      <vt:lpstr>DB ERD(CartItem)</vt:lpstr>
      <vt:lpstr>DB ERD</vt:lpstr>
      <vt:lpstr>테이블 관계 요약</vt:lpstr>
      <vt:lpstr>API 명세 보완 (CRUD 완성)</vt:lpstr>
      <vt:lpstr>테이블 관계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25</cp:revision>
  <dcterms:created xsi:type="dcterms:W3CDTF">2025-12-15T08:26:50Z</dcterms:created>
  <dcterms:modified xsi:type="dcterms:W3CDTF">2025-12-30T06:03:20Z</dcterms:modified>
</cp:coreProperties>
</file>